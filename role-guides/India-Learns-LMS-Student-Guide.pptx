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109728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28C2C"/>
                </a:solidFill>
                <a:latin typeface="Arial"/>
              </a:rPr>
              <a:t>INDIA LEARNS 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Welcome to your
learning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FAF6EE"/>
                </a:solidFill>
                <a:latin typeface="Arial"/>
              </a:rPr>
              <a:t>Everything you need to learn, submit, get graded, and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2377440" cy="502920"/>
          </a:xfrm>
          <a:prstGeom prst="roundRect">
            <a:avLst>
              <a:gd name="adj" fmla="val 12000"/>
            </a:avLst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23774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STUDENT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ABOUT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Who this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132B5E"/>
                </a:solidFill>
                <a:latin typeface="Calibri"/>
              </a:rPr>
              <a:t>If you're enrolled in a course, this is your home.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You'll sign in here every day. The system shows your courses, your schedule, your assignments, your grades, your fees, and your certificates — all in one place. No more chasing emails or PDFs.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How you sign 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You'll get an email invitation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402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When your enrolment is confirmed, the admin sends you a magic-link email. Click it, choose a password, and you're in.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889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Bookmark the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546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Save india-learns-lms.onrender.com (or your school's link) so you can come back easily.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033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Forgot your password?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690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Click 'Forgot your password?' on the sign-in screen. A reset link goes to your email.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617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First sign-in is slow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9834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The very first page load may take 25-30 seconds. After that, it's fast.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HOME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Your dashboard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Today's greeting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A friendly hello with your name and the time of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Next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688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When and where your next class is, and which course it's for.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0116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Outstanding fees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4688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How much you owe at a glance — clickable to see details.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862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690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Open tickets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262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Any support requests you've raised that are still open.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8862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8862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0690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Unread 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5262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Messages from faculty, admin, finance — all in one place.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88620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886200"/>
            <a:ext cx="73152" cy="182880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06908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32B5E"/>
                </a:solidFill>
                <a:latin typeface="Arial"/>
              </a:rPr>
              <a:t>Recent certificates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526280"/>
            <a:ext cx="329184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Certificates you've earned, ready to download.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COURSES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My Courses — everything you're studying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See every course you're enrolled in, with the program it belongs to.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Click into a course to see its modules, sessions, slide decks, and assignments.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Each course shows your progress: how many sessions completed, assignments submitted, grades received.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Your courses are organised by your batch — you and your classmates see the same content.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Course content is locked after enrolment ends, so what you learn stays accessible during your active term.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COURSE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Inside a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6712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Your course is divided into modules — each one focuses on a specific area of learning.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40156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Modules are broken into sessions — these are your individual lessons or classes.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251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Lesson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63600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Each session shows you what you'll learn, the topics covered, and the activities planned.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78308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🎞️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783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Slide decks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16712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Click 'Open viewer' to flip through the slides for any lesson. Use the arrow keys to move.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301752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0175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Assignments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40156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Each course has assignments to complete. They link to the right session so you know what they cover.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251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Marked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63600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As you complete sessions and submit work, the system tracks your progress automatically.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Submitting your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Open the assignment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402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Click into the course → Assignments → pick the one you want to submit. You'll see what's being asked and when it's due.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432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889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Add your submission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546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Type your response in the text box, or attach a file (PDF, document, image).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033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690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Click Submit. You'll see a confirmation and the assignment status changes to 'Submitted'.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617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Re-submit if allowed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9834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If you spot a mistake, you can usually re-submit — the latest version replaces the older one.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486400"/>
            <a:ext cx="640080" cy="640080"/>
          </a:xfrm>
          <a:prstGeom prst="ellipse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5321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32B5E"/>
                </a:solidFill>
                <a:latin typeface="Arial"/>
              </a:rPr>
              <a:t>Late submissions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8978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If you submit after the due date, your submission is flagged 'Late' so your faculty knows.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YOUR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Grades and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132B5E"/>
                </a:solidFill>
                <a:latin typeface="Calibri"/>
              </a:rPr>
              <a:t>You see your grade only after faculty publishes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Faculty often save a draft grade first, then publish when they're sure. While the grade is in draft, your assignment shows 'Submitted' only — no score, no feedback. Once published, you'll see the score AND any written feedback from your faculty.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Your weekly timetable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See every class for the week in a clean grid.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Pick any week using the week-picker — past or future.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Each class shows the faculty, the room, the course, and the time.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Rescheduled or added classes are flagged so you know what's changed.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Holidays and breaks are baked in — they don't show up as classes.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FEES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Your fees, clearly laid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Outstanding 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6712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A hero card on top of the page shows exactly how much you owe right now.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Payment progress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40156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Visual indicator of how much you've paid and how much is left.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251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Installment schedule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63600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See every installment, when it's due, and whether it's paid or pending.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78308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783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Download receipts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16712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Every payment generates a PDF receipt. Download anytime.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301752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⚠️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0175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Reminder before due 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40156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We send you reminders 14 days before, 7 days before, on the day, and after if missed.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251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Questions? Talk to 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63600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If something looks wrong, raise a ticket in the Finance category — see slide 11.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Need help? Raise a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Five ticket categories: Academic, Administrative, Finance, Technical, Complaints.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Pick the right category so the right team picks it up — Academic goes to your faculty, Finance to finance, etc.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Track the conversation: every reply from staff is in one thread.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See SLA status: when your ticket should be acknowledged and resolved by.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Closed too early? Request a reopen within 7 days of closure.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Complaint tickets get a senior reviewer and a longer resolution window (15 business days).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Feedback on your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132B5E"/>
                </a:solidFill>
                <a:latin typeface="Calibri"/>
              </a:rPr>
              <a:t>Every published grade comes with written feedback.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You'll see rubric scores (so you know what was good and what to improve), written comments from your faculty, and a summary note. Faculty want you to grow — the feedback is there to help you do better next time, not just give you a number.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CERTIFICATES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Certificates you 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Every course you complete generates a verifiable certificate.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Certificates are issued automatically when you finish — no need to ask.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Download as PDF anytime from the Certificates section of your dashboard.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Each certificate has a unique verification code — employers can confirm it's genuine.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Share the certificate URL on LinkedIn or in your CV.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Stay in the loop with notifications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In-app inbox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16712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All your messages — fee reminders, grade publishes, faculty feedback, ticket replies — in one place.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40156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Get notified by email for things that matter — assignment grades, fee reminders, ticket updates.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251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WhatsApp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63600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Important reminders also come on WhatsApp so you don't miss them.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78308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783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Your preferences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16712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Turn email or WhatsApp on/off for each type of notification, in your Profile.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301752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0175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Don't overwhelm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40156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The system batches similar notifications so you don't get pinged every minute.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4251960"/>
            <a:ext cx="502920" cy="502920"/>
          </a:xfrm>
          <a:prstGeom prst="ellipse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2519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32B5E"/>
                </a:solidFill>
                <a:latin typeface="Arial"/>
              </a:rPr>
              <a:t>Always-on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636008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rial"/>
              </a:rPr>
              <a:t>Critical alerts (e.g. account suspension warning) always reach you, no matter your preferences.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Works on your phone too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1064240" cy="4023360"/>
          </a:xfrm>
          <a:prstGeom prst="roundRect">
            <a:avLst>
              <a:gd name="adj" fmla="val 12000"/>
            </a:avLst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91440" cy="4023360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132B5E"/>
                </a:solidFill>
                <a:latin typeface="Calibri"/>
              </a:rPr>
              <a:t>Every page adapts to your phone screen.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60704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Arial"/>
              </a:rPr>
              <a:t>No separate app to download. Just open the URL on your phone — the layout switches automatically. You can add the site to your home screen and it'll feel like an app. Class details, fees, tickets, grades — all from your pocket.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28C2C"/>
                </a:solidFill>
                <a:latin typeface="Arial"/>
              </a:rPr>
              <a:t>SETTINGS &amp;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32B5E"/>
                </a:solidFill>
                <a:latin typeface="Calibri"/>
              </a:rPr>
              <a:t>Profile, password, and getting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0" cy="36576"/>
          </a:xfrm>
          <a:prstGeom prst="rect">
            <a:avLst/>
          </a:prstGeom>
          <a:solidFill>
            <a:srgbClr val="F28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Profile: update your name, photo, phone number, address.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Change password anytime from Profile.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Set notification preferences (email on/off, WhatsApp on/off, per event type).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Forgot password? Click 'Forgot your password?' on the sign-in screen.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Still stuck? Raise a Technical ticket and a real person will help within 24 hours.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F28C2C"/>
                </a:solidFill>
                <a:latin typeface="Arial"/>
              </a:rPr>
              <a:t>● </a:t>
            </a:r>
            <a:r>
              <a:rPr sz="1500">
                <a:solidFill>
                  <a:srgbClr val="1A1A1A"/>
                </a:solidFill>
                <a:latin typeface="Arial"/>
              </a:rPr>
              <a:t>Confused by something specific? Ask in your course's Q&amp;A section — your faculty replies there.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C5C5C"/>
                </a:solidFill>
                <a:latin typeface="Arial"/>
              </a:rPr>
              <a:t>India Learns LMS · Student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6539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C5C5C"/>
                </a:solidFill>
                <a:latin typeface="Arial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