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09728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8C2C"/>
                </a:solidFill>
                <a:latin typeface="Arial"/>
              </a:rPr>
              <a:t>INDIA LEARNS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See everything.
Change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FAF6EE"/>
                </a:solidFill>
                <a:latin typeface="Arial"/>
              </a:rPr>
              <a:t>Executive oversight without operational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SUPER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You're the owner, the board member, the executive.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You need to see how the institution is running — every metric, every user, every ticket, every payment — without the responsibility (and risk) of editing day-to-day operations. Super Admin is read-only by design. You're a witness, not a typist.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YOUR SUPERPOWER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The 'Read-only' badge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Every page tells you you're in oversight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Look for the amber banner at the top of any course page, or the 'Read-only' pill near your name. Action buttons (Save attendance, Mark complete, Delete course, Record payment) are greyed out. You can browse, click, drill down — but the system won't let you change anything. This is intentional protection.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What you can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Everything an Admin can see — the same dashboards, the same reports.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Analytics dashboard with all live metrics: students, fees, SLA, pass rates, API spend.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Every user record. Every course. Every batch. Every enrolment.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Every fee payment. Every receipt. Every credit note.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Every ticket. Every audit log entry.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Including faculty's private notes and unpublished draft grades — for oversight, not for sharing.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What you can't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Take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Even on courses where you're listed as oversight, you can't mark students absent.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Record a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Even if a student tries to pay you directly, finance must record 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Suspend a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Even in an emergency, an Admin has to do this.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Edit a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Curriculum changes go through faculty + admin.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Issue a certificate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Auto-generated on completion. You can't override.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Override the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The audit log is sealed — even you can't edit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Why oversight mode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Your reputation is the most valuable thing in this institution.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Executives who accidentally edit production data create messes that take days to clean up. Oversight mode makes that impossible. You can see, audit, ask questions, sign off on reports — without ever being the cause of a wrong record. If something is wrong, you direct an Admin to fix it. Every action stays attributable to the person actually doing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When to make a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You spot something that needs fixing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A wrong fee, a misassigned faculty, a stuck ticket.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88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You direct an Admin to fix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54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Tell them what's wrong and what the right state should be.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03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They make the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69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The audit log records THEIR name, not yours.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17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You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83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Come back and confirm the fix landed. Everything is traceable.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YOUR ONE WRITE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Inviting and managing Admins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The only thing you can write: invite an Admin.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Super Admin's one writable action is inviting other Admins. Go to Users → Invite user → pick role: Admin. They get a magic-link email, set a password, and they have full operational write access. You stay above the fray.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What you use this for, day-to-day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Monthly board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Pull collections, enrolment growth, faculty coverage. Export to PDF for the board pack.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Quarterly 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Check SLA performance, pass rates, attendance %. Identify trends.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Audit prep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When auditors ask 'show me everything', the audit log is your single source of truth.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Incident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Something went wrong? Trace the audit log, see who did what when, in seconds.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Strategic planning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Look at student growth, course performance, fee collection patterns. Plan next term.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Investor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Live numbers, no copy-paste from spreadsheets, always current.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Works wherever you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Same URL, same login, on your phone or tablet.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Layout adapts — dashboards scroll cleanly on small screens.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Check the institution's pulse from anywhere — airport, board meeting, weekend.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Notifications come to email + WhatsApp + in-app, per your preferences.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Audit log and reports remain fully accessible.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SETTINGS &amp;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Profile and getting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Profile: name, photo, password — all editable for your own account.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Notification preferences: email vs in-app, daily digest vs real-time.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Stuck on the system? Raise a Technical ticket — though you can also call your Admin or Vidit directly.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Question about a metric, a policy, a number that looks wrong? Ask your Admin — that's literally what they're for.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Super Admin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